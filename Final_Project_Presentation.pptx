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the instructor name and the actual presentation date before presenting. State the assigned title exactly as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all five points in under a minute — this is the map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a realistic risk: one weak layer compromises the whole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This single diagram sets up every case study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identity/access-control cases, distinguish authentication, credential integrity, issuer trust, and authorization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directly-reproduced technical result in the project; everything else draws on the authorized Week 4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analytical result: no single control secures the whole path — defense operates at different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CYBERSECURITY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Authentication and Injection Attacks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OWASP Defensive Controls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Research-and-Technical Investigation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Egbon Emmanuel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Cybersecurity, AI &amp; Security+ — Operation Secure Core, Cohort 2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Joshua and Master Sadiq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question, method, finding,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00200"/>
            <a:ext cx="87325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 4 lab attacks — token hijacking, SSO bypass, SQL injection, Redis exposure — each need a specific, verified defensive control, not generic advice.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514600"/>
            <a:ext cx="87325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OWASP control would have prevented each attack, and how can that mapping be independently verified against the observed attack path?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429000"/>
            <a:ext cx="87325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Evidence-to-control pipeline: identify weakness → isolate root cause → AI-assisted draft mapping → independent OWASP verification → concrete control.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4343400"/>
            <a:ext cx="87325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universal fix. Each case lands on a different OWASP category — A07, A01, A03, A05 — because each fails at a different layer.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5257800"/>
            <a:ext cx="87325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defense: PKCE + code binding, server-side authorization on verified claims, parameterized queries, and Redis hardening.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SIGNIFICANCE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chain authentication, authorization, APIs, databases, and infrastructure together. A weakness in any one layer can undermine the whole system.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4 lab demonstrated exactly this layered risk: reconnaissance led to credential/code interception, then privilege escalation, then database and cache exploitation. Generic advice like “improve security” cannot stop any of that — only a control matched to the exact failure mechanism can.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0" y="1965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063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attack cases,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OWASP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4 different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strategies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chain across the application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23774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5B64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8803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/ Burp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9000, 3001,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3002, 5432, 6379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60904" y="3035808"/>
            <a:ext cx="283464" cy="237744"/>
          </a:xfrm>
          <a:prstGeom prst="rightArrow">
            <a:avLst/>
          </a:prstGeom>
          <a:solidFill>
            <a:srgbClr val="5B6482"/>
          </a:solidFill>
          <a:ln/>
        </p:spPr>
      </p:sp>
      <p:sp>
        <p:nvSpPr>
          <p:cNvPr id="8" name="Shape 6"/>
          <p:cNvSpPr/>
          <p:nvPr/>
        </p:nvSpPr>
        <p:spPr>
          <a:xfrm>
            <a:off x="2962656" y="23774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6265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Replay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28803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intercepted &amp;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55464" y="3035808"/>
            <a:ext cx="283464" cy="237744"/>
          </a:xfrm>
          <a:prstGeom prst="rightArrow">
            <a:avLst/>
          </a:prstGeom>
          <a:solidFill>
            <a:srgbClr val="5B6482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3774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5721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Bypass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8803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req.body.user_id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over verified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claims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50024" y="3035808"/>
            <a:ext cx="283464" cy="237744"/>
          </a:xfrm>
          <a:prstGeom prst="rightArrow">
            <a:avLst/>
          </a:prstGeom>
          <a:solidFill>
            <a:srgbClr val="5B648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23774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5177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28803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endpoint,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44584" y="3035808"/>
            <a:ext cx="283464" cy="237744"/>
          </a:xfrm>
          <a:prstGeom prst="rightArrow">
            <a:avLst/>
          </a:prstGeom>
          <a:solidFill>
            <a:srgbClr val="5B64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6336" y="23774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4633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Exposure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88036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access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boundaries: an attacker outside the authorized network moves left to right — from reconnaissance, through identity and access control, into the data and infrastructure layers.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Actor, asset, and control objective per case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63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at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objective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replay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/ bearer access token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reuse of a captured authorization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bypass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 account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authorization to the verified token subject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database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untrusted input out of query 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exposure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/ data store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authentication and restrict network reach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at risk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objective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hypothesis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OWASP defensive control would have prevented or materially reduced each of the four Week 4 attacks, and how can each mapping be independently verified against the observed attack path?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5760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 path exploits a specific weakness (e.g. an unbound authorization code, a client-controlled identity field, unsanitized query input, or an unauthenticated service), then the OWASP Top 10:2021 category matching that exact failure mechanism will name a control that directly breaks the path.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explanation: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AI-suggested mapping may sound plausible but target the wrong layer (e.g. treating an authorization failure as an authentication one) — this is exactly what independent verification is designed to catch.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ETHICAL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Environment, tools, and evidence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host running the local Medusa app stack; Kali Linux in VirtualBox on a host-only network (192.168.56.0/24).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9659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Burp Suite, curl — as specified by the Week 4 lab material.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9659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Week 4 dossier (recon, OAuth capture, AI mapping journal) plus new local verification of the SQL injection case.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19659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boundary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confined to the authorized lab. No production systems, real accounts, or real personal data were touched.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DEMONSTRATION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crafted input — SQL injection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REQUEST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"http://192.168.56.1:9000/search?q=test"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input → empty result, as expected.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2A14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REQUEST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8600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".../search?q=%27%20OR%201%3D1%20--"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72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[{"id":1,"name":"Test Item",...}]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2976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 changed the query outcome — consistent with the seeded SQL-injection lab case.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defensive mapping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control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replay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240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— Identification &amp; Auth. Failures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40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PKCE, code binding, short-lived single-use codes, TLS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777240"/>
          </a:xfrm>
          <a:prstGeom prst="rect">
            <a:avLst/>
          </a:prstGeom>
          <a:solidFill>
            <a:srgbClr val="F4F6FC"/>
          </a:solidFill>
          <a:ln w="6350">
            <a:solidFill>
              <a:srgbClr val="DCE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bypass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— Broken Access Control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17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token claims + server-side authorization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— Injection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794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/ safe ORM APIs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F4F6FC"/>
          </a:solidFill>
          <a:ln w="6350">
            <a:solidFill>
              <a:srgbClr val="DCE1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exposure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— Security Misconfiguration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572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network restriction, least privilege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Week 4 AI journal initially suggested A07 for the SSO case; independent OWASP review corrected this to A01.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≠ authorization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succeeded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SSO case begins with a valid, legitimately issued student token. The identity check itself is not the failure.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failed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5146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then trusted a client-supplied req.body.user_id instead of the verified token subject — textbook OWASP A01 elevation of privilege and parameter tampering.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controls: TLS protects transit; PKCE/code binding stop replay; server-side authorization protects identity-to-resource decisions; parameterized SQL protects the database; service hardening protects infrastructure.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CONTROL IMPLICATIONS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by attack case (lab context, not production)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hijacking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8745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account impersonation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64040" y="2039112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64040" y="203911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bypass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8036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escalation, account takeover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64040" y="3044952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64040" y="30449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862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8620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disclosure, modification, destruction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64040" y="4050792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64040" y="40507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920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exposure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89204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downstream compromise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64040" y="5056632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64040" y="50566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Prioritized, evidence-linked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 —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PKCE, bind codes to client/redirect context, short expiry, reject reuse.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authorization  —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identity from verified claims; never trust a client-supplied user_id.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3756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—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dynamic SQL with parameterized queries or a safe ORM API.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1480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—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authentication/ACLs, restrict network reach, apply least privilege.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9204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monitoring  — 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regression tests for tampering, code reuse, injection; log access-control failures.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ETHICS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does and doesn't prove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training environment, not production.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SSO-bypass and Redis screenshots/logs were not available at time of writing — not fabricated.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was directly reproduced locally; the exact vulnerable source was not reviewed.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safeguards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0312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activity stayed within the authorized lab; only fictional/synthetic/instructor-provided data used.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keys, passwords, tokens, or real identity data included.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disclosed: initial mapping was AI-assisted, then independently verified against OWASP.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authentication does not guarantee secure authorization, and secure application code does not guarantee secure infrastructure.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defense requires controls at the identity, authorization, application, database, and infrastructure layers — backed by repeatable testing and evidence-based verification, not assumption.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03327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34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the outstanding SSO and Redis evidence if recoverable; build regression tests for each control; carry this evidence base into the Week 7 Crucible and Week 8 After-Action Report.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3904" y="2377440"/>
            <a:ext cx="4572000" cy="210312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03904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803904" y="3520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evidence, the full OWASP mapping table, and the test matrix are available on request.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Authentication and Injection Attacks to OWASP Defensive Controls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2026-09-09T01:41:23Z</dcterms:created>
  <dcterms:modified xsi:type="dcterms:W3CDTF">2026-09-09T01:41:23Z</dcterms:modified>
</cp:coreProperties>
</file>